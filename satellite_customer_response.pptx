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 Satellite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 a doporučení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Odpovědi na vaše dotazy k provozu Satellite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15568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Lifecycle a politika podpory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459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58191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Instalace verze 6.16 — zkušenosti a doporučení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112264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176272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11226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Frekvence upgradů — jak často je skutečně nutný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642616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706624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642616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balíčků na Satellite serveru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172968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236976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172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Přidání externích repozitářů (Zabbix a další)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767328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703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repozitářů na managed hostech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233672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29768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42336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Registrace a odregistrace hostů —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Lifecycle — Politika podpory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15151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Politika N-2: podporovány aktuální + 2 předchozí verze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EE000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05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EUS (od 6.16): placený add-on, +1 rok podpory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  <a:gridCol w="3291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 datum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Poznámka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2023-11-08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2024-04-23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2024-11-05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EUS dostupné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2025-05-06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2025-11-04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Doporučeno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Zdroj: access.redhat.com/support/policy/updates/satellite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Instalace Satellite 6.16 — zkušenosti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se stalo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Verze 6.16 (GA 2024-11-05) obsahovala v prvním vydání chybu v instalátoru, která byla opravena v následujícím z-stream updatu. Děkujeme za nahlášení — vaše zpětná vazba pomohla urychlit opravu.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se tomu vyhnout příště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Počkat na první z-stream update (typicky 2–4 týdny po GA)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Před instalací zkontrolovat errata a release notes na Customer Portal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Využít Satellite Upgrade Helper pro plánování upgrade cesty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Novou verzi nejprve nasadit v testovacím prostředí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často je upgrade skutečně nutný?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Nová verze Satellite vychází každých 6 měsíců, ale to neznamená, že musíte upgradovat tak často.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Díky politice N-2 máte na každé verzi 12–18 měsíců plné podpory. S placeným EUS add-on (od verze 6.16) získáte další rok navíc.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měsíců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cyklus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měsíců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podpora (N-2)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měsíců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EUS add-on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Prakticky: stačí upgradovat přibližně jednou za 12–18 měsíců, ne při každém novém release.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balíčků na Satellite serveru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server vyžaduje specifický postup pro instalaci balíčků.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Přímý dnf install se na Satellite serveru nepoužívá — správný nástroj je satellite-maintain packages.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Nástroj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Kdy použít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Příklad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satellite-maintain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Instalace balíčků přímo na Satellite server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satellite-maintain packages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install vim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satellite-installer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Konfigurace Satellite služeb, povolení features, upgrade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satellite-installer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--scenario satellite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A6E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Pouze na managed hostech (ne na Satellite serveru)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A6E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dnf install vim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Příklad instalace balíčku na Satellite serveru: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satellite-maintain packages install vim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Zdroj: Satellite 6.19 — Administering Red Hat Satellite → Managing Packages on the Base 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Přidání externích repozitářů do Satellite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správné zpřístupnění externího repozitáře (např. Zabbix) všem hostům je potřeba projít celým content workflow. Poté je repo automaticky dostupné všem hostům přiřazeným k danému Content View.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Doporučený postup: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Vytvořit Custom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→ Products → Create 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Přidat Custom Repository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Typ: YUM, URL externího repozitáře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Synchronizovat repozitář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→ Sync Now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320040" cy="3200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Přidat repo do Content 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Views → vybrat CV → Repositories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20040" cy="3200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novou verzi CV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320040" cy="3200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do lifecycle env.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→ Dev → Test → Prod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8046720" cy="41148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Výsledek: repo je automaticky dostupné VŠEM hostům přiřazeným k danému Content View.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repozitářů na managed hostech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registraci hosta do Satellite jsou veškeré aktualizace řízeny centrálně.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Toto zajišťuje konzistenci obsahu, auditovatelnost patchů a podporu pro air-gapped prostředí. Pokud potřebujete další repozitáře, doporučujeme je přidat přes Satellite jako Custom Products.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Možnost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Doporučení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Product + Repo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Přidat externí repo do Satellite, synchronizovat, přidat do Content 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practice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manage_repos =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subscription-manager config — povolí ruční .repo soubory na hostu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Pouze dočasně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Výhody centrální správy: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Bezpečnost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4279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 nad veškerým obsahem distribuovaným na hosty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0604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260604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51760" y="4279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Plná auditovatelnost — kdo, co, kdy aktualizoval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Konzistence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9160" y="4279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Stejný obsah na všech hostech ve stejném prostředí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2084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4279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Plná podpora air-gapped a izolovaných prostředí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Registrace hostů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registrace mění na hostu: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Instalace katello-ca-consumer RPM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Konfigurace subscription-manager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76856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Přesměrování repozitářů na Satellite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60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Instalace katello-host-tools / REX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Doporučení před registrací: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Otestovat registraci v Dev prostředí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947672"/>
            <a:ext cx="274320" cy="27432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Zálohovat /etc/yum.repos.d/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86584"/>
            <a:ext cx="274320" cy="27432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Ověřit funkčnost služeb po registraci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Postup kompletní odregistrace (pokud je potřeba):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E1E1E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subscription-manager unregister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subscription-manager clean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remove katello-ca-consumer-*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Obnovit originální repo soubory ze zálohy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Shrnutí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Doporučení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Instalace 6.16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Čekat na z-stream, testovat v neprodukčním prostředí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Frekvence upgradů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každých 12–18 měsíců (N-2), zvážit EUS add-on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Instalace balíčků na serveru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Používat satellite-maintain packages install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Externí repozitáře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Přidat jako Custom Product → Content View → Promote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Správa repozitářů na hostech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Přidávat externí repo přes Satellite (Custom Products)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Registrace hostů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5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Testovat v Dev, zálohovat repo konfiguraci před registrací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5151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Nabídka od Red Hat: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Rádi připravíme hands-on workshop zaměřený na Content Management, správu externích repozitářů a lifecycle best practices — přizpůsobený vašemu prostředí.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Další kroky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Ověření aktuální verze Satellite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353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Doporučená upgrade cesta na 6.18 nebo 6.19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7190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Plánování upgrade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975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Upgrade Helper — nástroj pro bezpečný přechod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40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340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Workshop: Content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596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repos, Content Views, lifecycle — přizpůsobený vašemu prostředí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626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9626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Dokumentace best practices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Registrace/odregistrace hostů, backup postupy, správa balíčků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584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584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EUS subskripce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404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Prodloužená podpora pro stabilnější upgrade cykly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 Learning Subscription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462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Samostudium Satellite — video playlist: youtube.com/watch?v=re6vA_5QFYw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Satellite Customer Response</dc:subject>
  <dc:creator>Red Hat SA</dc:creator>
  <cp:lastModifiedBy>Red Hat SA</cp:lastModifiedBy>
  <cp:revision>1</cp:revision>
  <dcterms:created xsi:type="dcterms:W3CDTF">2026-08-20T08:14:31Z</dcterms:created>
  <dcterms:modified xsi:type="dcterms:W3CDTF">2026-08-20T08:14:31Z</dcterms:modified>
</cp:coreProperties>
</file>